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58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90" autoAdjust="0"/>
  </p:normalViewPr>
  <p:slideViewPr>
    <p:cSldViewPr snapToGrid="0">
      <p:cViewPr>
        <p:scale>
          <a:sx n="66" d="100"/>
          <a:sy n="66" d="100"/>
        </p:scale>
        <p:origin x="165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F9C43-E3DA-4A1E-BDD1-68BAB16712F5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7A33D-C393-4B92-9CC7-BFD4D30BD4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665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23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原理可以参考：</a:t>
            </a:r>
            <a:r>
              <a:rPr lang="en-US" altLang="zh-CN" dirty="0"/>
              <a:t>https://zhuanlan.zhihu.com/p/614633653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12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原理可以参考：</a:t>
            </a:r>
            <a:r>
              <a:rPr lang="en-US" altLang="zh-CN" dirty="0"/>
              <a:t>https://zhuanlan.zhihu.com/p/614633653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73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原理可以参考：</a:t>
            </a:r>
            <a:r>
              <a:rPr lang="en-US" altLang="zh-CN" dirty="0"/>
              <a:t>https://zhuanlan.zhihu.com/p/614633653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224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原理可以参考：</a:t>
            </a:r>
            <a:r>
              <a:rPr lang="en-US" altLang="zh-CN" dirty="0"/>
              <a:t>https://zhuanlan.zhihu.com/p/614633653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222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7A33D-C393-4B92-9CC7-BFD4D30BD4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040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F370D-0CF7-EABD-BF76-A3F7543D2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7BF0F-2243-3F6C-DD9F-1B32545C9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FE7AB-E381-8DC7-5548-1669C713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3E3E4-7EBB-6A25-CF31-DB83B8C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9C616-8E87-0DB1-991E-3AA9F6B8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67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0AF8F49-4829-76BA-172B-64347676DA04}"/>
              </a:ext>
            </a:extLst>
          </p:cNvPr>
          <p:cNvSpPr/>
          <p:nvPr/>
        </p:nvSpPr>
        <p:spPr>
          <a:xfrm>
            <a:off x="0" y="8427"/>
            <a:ext cx="12192000" cy="9383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40018C-A4E5-98BB-6D7D-FA6646C9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50876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D47E-EC6E-2E40-2AE4-F54F6D1C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58"/>
            <a:ext cx="10515600" cy="477110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C1A3E-D03C-47D0-FCD2-CB02ED8D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02FB6-78D2-AC2B-D940-9A772906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C99DE1-7C30-50F1-7CD1-3D503E7D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6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EC5C6-8644-4018-0915-54B4A6E7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7CD6F7-1172-97F8-BAA4-59A9DFF62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BC50A-CB8D-724E-8622-3B0390C1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58F838-0490-2C78-F925-96AE3A04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CAE93-7240-E1CA-96C4-10D59896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15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4C191-1D8B-8FCD-27BC-356A700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AAC090-53BF-6C95-E2F3-F043A692B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210438-E756-E0D5-0392-C86BF04C5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852732-D45E-FBB6-CCE9-4E5178AA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3512E7-DF83-B8E7-F57E-9D3D17E6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E0A6AA-2C2A-910A-4F3C-86C2DEB9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8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42160-3093-0703-9938-B9474BD6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85A91-2D71-2F27-6D30-D5DB02806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564712-5EF1-620E-331F-218C42C6E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6FC79C-F082-6840-B46B-42003D7E2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AC9152-F349-BBAE-8347-85B649B31F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DB2C3B-4401-1A6E-A404-88FE429F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49BFA8-B165-5A74-E894-83F34770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E0FB0B-3F7A-11FF-F350-0C0E9532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1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A38E3-2BD7-F96F-1662-70E14C0E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1EF7E7-0579-A4F2-CC71-8E149EA1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1D8C06-E6C8-7B08-27DA-493FB710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EF2AD-61DD-5AED-F053-55937912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7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FA0D9C-6EB6-0949-DA4A-EAEB565E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176CED-2279-DA4A-9E31-972E7AB1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4C24AD-597A-5377-3224-C9DD25B9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6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5EA14-7F0F-C495-7031-543894FF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83BD72-C05B-D8B5-08CD-8D7250928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94A923-1BB1-4247-8397-548070531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A2952-CF94-2DFE-6BDF-7A040E0E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48791-F012-6FC2-2E3A-0A4E021E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89366-8C12-811E-B8F9-039133E3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6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C2A07-3D0D-223A-BC33-E00AEF72F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86672-93D4-5820-AF59-C176FECE1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4E62FE-64B8-5C90-3205-926AAFD94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DED888-343E-31DB-75EC-AA63CC87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48EAD-183C-B292-12B2-CD6CE31B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9B09A-8C63-8BFD-0232-D61D179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0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44313-F428-1E6B-C289-E006FE85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0996C7-2A48-6158-48AD-20A359E8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BA683-9197-32D1-3680-E51C42F9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CC580-7C7F-9C79-C302-C3B38000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A400B-0643-2935-A50A-718E1BDB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B43853-6A35-0C56-B06C-DEA41D1E2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2BFA76-B176-AB71-5057-E0606E5F7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D89D9-9588-16F3-04E3-78B3D672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866E6-41E5-9FAF-1CDF-CDCAB3FB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627832-1AC3-CBD7-D132-4E9D5EB8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4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E564E7-EB05-1352-754C-8ADACAEE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4D39A-E796-C7B1-B64C-59059B36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33F53-9826-EFD8-EF1E-E93A45278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48D2E-BD05-49CA-8FDD-232C7D92F850}" type="datetimeFigureOut">
              <a:rPr lang="zh-CN" altLang="en-US" smtClean="0"/>
              <a:t>2024/4/25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3E5F3-782B-2308-A486-9524A8B8A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C11EC-C555-B1E3-55B2-EF2030D5C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238E-960E-4397-A8C4-AD8F878F4E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8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F3D26-3B0F-2236-840B-A2FC1CD89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函数逼近</a:t>
            </a:r>
            <a:r>
              <a:rPr lang="en-US" altLang="zh-CN" dirty="0"/>
              <a:t>——</a:t>
            </a:r>
            <a:r>
              <a:rPr lang="zh-CN" altLang="en-US" dirty="0"/>
              <a:t>最小二乘法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E6C9B6-F8C6-4101-D1AC-C05D3FFC1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2546"/>
            <a:ext cx="9144000" cy="1045254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数值计算与最优化</a:t>
            </a:r>
            <a:r>
              <a:rPr lang="en-US" altLang="zh-CN" dirty="0"/>
              <a:t>》</a:t>
            </a:r>
            <a:r>
              <a:rPr lang="zh-CN" altLang="en-US" dirty="0"/>
              <a:t>第三次实验</a:t>
            </a:r>
          </a:p>
        </p:txBody>
      </p:sp>
    </p:spTree>
    <p:extLst>
      <p:ext uri="{BB962C8B-B14F-4D97-AF65-F5344CB8AC3E}">
        <p14:creationId xmlns:p14="http://schemas.microsoft.com/office/powerpoint/2010/main" val="338435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A9651-6A2C-64BF-AFE2-FB7EB027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155D1-5C9D-4187-FC08-712B2DC9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理解并熟练掌握最小二乘法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045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B89EA-16A6-6D87-F1B4-D1F6982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333EF-84EF-EE90-0BBD-EB0A2C122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报告内容</a:t>
            </a:r>
            <a:endParaRPr lang="en-US" altLang="zh-CN" dirty="0"/>
          </a:p>
          <a:p>
            <a:pPr lvl="1"/>
            <a:r>
              <a:rPr lang="zh-CN" altLang="en-US" dirty="0"/>
              <a:t>实验过程或算法（源程序）：算法设计（流程图）、代码</a:t>
            </a:r>
            <a:r>
              <a:rPr lang="en-US" altLang="zh-CN" dirty="0"/>
              <a:t>+</a:t>
            </a:r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zh-CN" altLang="en-US" dirty="0"/>
              <a:t>实验结果及分析：代码运行结果截图和对其的分析</a:t>
            </a:r>
            <a:endParaRPr lang="en-US" altLang="zh-CN" dirty="0"/>
          </a:p>
          <a:p>
            <a:pPr lvl="1"/>
            <a:r>
              <a:rPr lang="zh-CN" altLang="en-US" dirty="0"/>
              <a:t>源程序调试过程：写出遇到的问题及解决方式即可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请一定填写完整！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编程语言：</a:t>
            </a:r>
            <a:r>
              <a:rPr lang="zh-CN" altLang="en-US" b="1" dirty="0"/>
              <a:t>不限</a:t>
            </a:r>
            <a:r>
              <a:rPr lang="zh-CN" altLang="en-US" dirty="0"/>
              <a:t>（推荐使用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C++</a:t>
            </a:r>
            <a:r>
              <a:rPr lang="zh-CN" altLang="en-US" dirty="0"/>
              <a:t>或</a:t>
            </a:r>
            <a:r>
              <a:rPr lang="en-US" altLang="zh-CN" dirty="0"/>
              <a:t>Java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Matlab</a:t>
            </a:r>
            <a:r>
              <a:rPr lang="zh-CN" altLang="en-US" dirty="0"/>
              <a:t>、</a:t>
            </a:r>
            <a:r>
              <a:rPr lang="en-US" altLang="zh-CN" dirty="0"/>
              <a:t>Mathematica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等数学专用语言也可以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但请注意不要仅调用数值计算库来解决！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实验报告</a:t>
            </a:r>
            <a:r>
              <a:rPr lang="en-US" altLang="zh-CN" dirty="0"/>
              <a:t>+</a:t>
            </a:r>
            <a:r>
              <a:rPr lang="zh-CN" altLang="en-US" dirty="0"/>
              <a:t>源程序（代码），提交至云班课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命名要求：学号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姓名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实验序号（如：</a:t>
            </a:r>
            <a:r>
              <a:rPr lang="en-US" altLang="zh-CN" dirty="0">
                <a:solidFill>
                  <a:srgbClr val="FF0000"/>
                </a:solidFill>
              </a:rPr>
              <a:t>20220001+</a:t>
            </a:r>
            <a:r>
              <a:rPr lang="zh-CN" altLang="en-US" dirty="0">
                <a:solidFill>
                  <a:srgbClr val="FF0000"/>
                </a:solidFill>
              </a:rPr>
              <a:t>李明</a:t>
            </a:r>
            <a:r>
              <a:rPr lang="en-US" altLang="zh-CN" dirty="0">
                <a:solidFill>
                  <a:srgbClr val="FF0000"/>
                </a:solidFill>
              </a:rPr>
              <a:t>+3.doc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91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最小二乘法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5F1465D-52C2-5D74-E4CA-B33B89753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50478"/>
            <a:ext cx="5854184" cy="20785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2B992A-2ECA-946C-BC27-C70DF4D61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95430"/>
            <a:ext cx="10271629" cy="248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最小二乘法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FCE427E-A9AF-7A18-D1FF-3C9167859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59007"/>
            <a:ext cx="9942095" cy="501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6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最小二乘法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81C591B-FBBE-DF3C-EE42-0A1A5D127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47505"/>
            <a:ext cx="9066196" cy="491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3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7B613-ED8D-09A1-8CE3-4A4B36AC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最小二乘法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F0E6036-1D11-8274-4BE2-F2182EFA7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27002"/>
            <a:ext cx="10153851" cy="380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02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4BFE8-5369-3FE2-8310-7A5928C1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r>
              <a:rPr lang="en-US" altLang="zh-CN" dirty="0"/>
              <a:t> – </a:t>
            </a:r>
            <a:r>
              <a:rPr lang="zh-CN" altLang="en-US" dirty="0"/>
              <a:t>最小二乘法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436598B6-6C47-512B-CF15-9D55119C8C39}"/>
              </a:ext>
            </a:extLst>
          </p:cNvPr>
          <p:cNvSpPr txBox="1">
            <a:spLocks/>
          </p:cNvSpPr>
          <p:nvPr/>
        </p:nvSpPr>
        <p:spPr>
          <a:xfrm>
            <a:off x="745839" y="1143222"/>
            <a:ext cx="10363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2060"/>
                </a:solidFill>
              </a:rPr>
              <a:t>例</a:t>
            </a:r>
            <a:r>
              <a:rPr lang="zh-CN" altLang="en-US"/>
              <a:t>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    用最小二乘法求二次多项式曲线，使与此数据拟合</a:t>
            </a:r>
            <a:endParaRPr lang="en-US" altLang="zh-CN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/>
              <a:t>解：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D54AB49-04B1-506A-D9FF-409E51E8E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779" y="1129140"/>
            <a:ext cx="3002177" cy="4320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E11E6A4-7EE7-B355-AE25-68D05E95F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198" y="1550679"/>
            <a:ext cx="7156482" cy="86409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C386F16-A99B-83AC-5D4B-EE70DF9EE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398" y="2953508"/>
            <a:ext cx="2763671" cy="41948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7908D42-08F8-92D9-13AE-62A20169A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762" y="3092413"/>
            <a:ext cx="6780943" cy="13508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C570065-4DB2-AE53-7EE1-DEE709B9C97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98"/>
          <a:stretch/>
        </p:blipFill>
        <p:spPr>
          <a:xfrm>
            <a:off x="1486398" y="3941580"/>
            <a:ext cx="3598081" cy="182915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A198C1E-8517-F215-3BF9-E9CA843002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3967" y="4472863"/>
            <a:ext cx="4001796" cy="1462797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08B076F5-5C1C-C6C5-6546-68A1FC2C8F56}"/>
              </a:ext>
            </a:extLst>
          </p:cNvPr>
          <p:cNvSpPr txBox="1"/>
          <p:nvPr/>
        </p:nvSpPr>
        <p:spPr>
          <a:xfrm>
            <a:off x="1390905" y="347991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先计算正规方程组：</a:t>
            </a:r>
          </a:p>
        </p:txBody>
      </p:sp>
    </p:spTree>
    <p:extLst>
      <p:ext uri="{BB962C8B-B14F-4D97-AF65-F5344CB8AC3E}">
        <p14:creationId xmlns:p14="http://schemas.microsoft.com/office/powerpoint/2010/main" val="199745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C173C-4B95-0773-ECE7-BC15568D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 </a:t>
            </a:r>
            <a:r>
              <a:rPr lang="en-US" altLang="zh-CN" dirty="0"/>
              <a:t>– </a:t>
            </a:r>
            <a:r>
              <a:rPr lang="zh-CN" altLang="en-US" dirty="0"/>
              <a:t>最小二乘法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2A5BBB-9F34-4D56-CD2A-59219B11E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539" y="1346851"/>
            <a:ext cx="7386921" cy="13815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9FC519D-E584-5E85-5FB3-9472C80F8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31" y="2931027"/>
            <a:ext cx="4248472" cy="35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Presentation" id="{0C765E85-DE93-4FB2-BD9B-BF4D3678169B}" vid="{DB726142-7519-4725-AA80-73A8FC2D2BA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</TotalTime>
  <Words>252</Words>
  <Application>Microsoft Office PowerPoint</Application>
  <PresentationFormat>宽屏</PresentationFormat>
  <Paragraphs>38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Arial Black</vt:lpstr>
      <vt:lpstr>SimplePresentation</vt:lpstr>
      <vt:lpstr>函数逼近——最小二乘法</vt:lpstr>
      <vt:lpstr>实验目的</vt:lpstr>
      <vt:lpstr>实验要求</vt:lpstr>
      <vt:lpstr>实验内容 – 最小二乘法</vt:lpstr>
      <vt:lpstr>实验内容 – 最小二乘法</vt:lpstr>
      <vt:lpstr>实验内容 – 最小二乘法</vt:lpstr>
      <vt:lpstr>实验内容 – 最小二乘法</vt:lpstr>
      <vt:lpstr>实验内容 – 最小二乘法</vt:lpstr>
      <vt:lpstr>实验内容 – 最小二乘法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线性方程组和非线性方程的求解</dc:title>
  <dc:creator>Yipeng Liu</dc:creator>
  <cp:lastModifiedBy>Yipeng Liu</cp:lastModifiedBy>
  <cp:revision>155</cp:revision>
  <dcterms:created xsi:type="dcterms:W3CDTF">2024-03-27T13:31:01Z</dcterms:created>
  <dcterms:modified xsi:type="dcterms:W3CDTF">2024-04-25T03:14:56Z</dcterms:modified>
</cp:coreProperties>
</file>